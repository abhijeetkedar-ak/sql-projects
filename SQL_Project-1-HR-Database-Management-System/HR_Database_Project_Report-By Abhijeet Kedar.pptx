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3" d="100"/>
          <a:sy n="53" d="100"/>
        </p:scale>
        <p:origin x="53" y="2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HR Database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Professional Project Report</a:t>
            </a:r>
            <a:br/>
            <a:r>
              <a:t>Created by: Abhijeet Kedar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D4B"/>
          </a:solidFill>
          <a:ln>
            <a:solidFill>
              <a:srgbClr val="0F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7863840" cy="4114800"/>
          </a:xfrm>
          <a:prstGeom prst="roundRect">
            <a:avLst/>
          </a:prstGeom>
          <a:solidFill>
            <a:srgbClr val="DCE6F2"/>
          </a:solidFill>
          <a:ln>
            <a:solidFill>
              <a:srgbClr val="347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This project focuses on building a structured HR database system.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Includes employees, departments, jobs, locations, and dependents.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Designed to store, retrieve, and analyze HR data efficiently using SQL.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D4B"/>
          </a:solidFill>
          <a:ln>
            <a:solidFill>
              <a:srgbClr val="0F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Key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7863840" cy="4114800"/>
          </a:xfrm>
          <a:prstGeom prst="roundRect">
            <a:avLst/>
          </a:prstGeom>
          <a:solidFill>
            <a:srgbClr val="DCE6F2"/>
          </a:solidFill>
          <a:ln>
            <a:solidFill>
              <a:srgbClr val="347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Identified employees with highest and lowest salaries.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Detected employees without dependents.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Recognized managers with 5+ direct reports.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Analyzed departments with high and low salary averages.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D4B"/>
          </a:solidFill>
          <a:ln>
            <a:solidFill>
              <a:srgbClr val="0F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Actionable 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7863840" cy="4114800"/>
          </a:xfrm>
          <a:prstGeom prst="roundRect">
            <a:avLst/>
          </a:prstGeom>
          <a:solidFill>
            <a:srgbClr val="DCE6F2"/>
          </a:solidFill>
          <a:ln>
            <a:solidFill>
              <a:srgbClr val="347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Use salary insights for promotions and adjustments.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Monitor departments with low staffing or salary issues.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Balance managerial workload using direct report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D4B"/>
          </a:solidFill>
          <a:ln>
            <a:solidFill>
              <a:srgbClr val="0F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Methodologies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7863840" cy="4114800"/>
          </a:xfrm>
          <a:prstGeom prst="roundRect">
            <a:avLst/>
          </a:prstGeom>
          <a:solidFill>
            <a:srgbClr val="DCE6F2"/>
          </a:solidFill>
          <a:ln>
            <a:solidFill>
              <a:srgbClr val="347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SQL queries used for data retrieval and analysis.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Database tables connected using JOIN operations.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CASE expressions applied for salary classification.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Subqueries and set operations implemented.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D4B"/>
          </a:solidFill>
          <a:ln>
            <a:solidFill>
              <a:srgbClr val="0F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Our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7863840" cy="4114800"/>
          </a:xfrm>
          <a:prstGeom prst="roundRect">
            <a:avLst/>
          </a:prstGeom>
          <a:solidFill>
            <a:srgbClr val="DCE6F2"/>
          </a:solidFill>
          <a:ln>
            <a:solidFill>
              <a:srgbClr val="347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Started with basic SELECT statements.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Advanced to JOINs and complex subqueries.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Applied grouping and filtering techniques.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Validated queries using actual HR datasets.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D4B"/>
          </a:solidFill>
          <a:ln>
            <a:solidFill>
              <a:srgbClr val="0F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7863840" cy="4114800"/>
          </a:xfrm>
          <a:prstGeom prst="roundRect">
            <a:avLst/>
          </a:prstGeom>
          <a:solidFill>
            <a:srgbClr val="DCE6F2"/>
          </a:solidFill>
          <a:ln>
            <a:solidFill>
              <a:srgbClr val="347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Employee distribution patterns were identified clearly.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Some departments appear understaffed.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Salary gaps exist across departments.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Data can support HR and business decision-making.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D4B"/>
          </a:solidFill>
          <a:ln>
            <a:solidFill>
              <a:srgbClr val="0F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7863840" cy="4114800"/>
          </a:xfrm>
          <a:prstGeom prst="roundRect">
            <a:avLst/>
          </a:prstGeom>
          <a:solidFill>
            <a:srgbClr val="DCE6F2"/>
          </a:solidFill>
          <a:ln>
            <a:solidFill>
              <a:srgbClr val="347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Enhanced understanding of database management systems.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Improved practical SQL problem-solving skills.</a:t>
            </a:r>
          </a:p>
          <a:p>
            <a:pPr>
              <a:spcAft>
                <a:spcPts val="12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Developed a scalable HR reporting and management solution.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246</Words>
  <Application>Microsoft Office PowerPoint</Application>
  <PresentationFormat>On-screen Show (4:3)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Abhijeet Kedar</cp:lastModifiedBy>
  <cp:revision>2</cp:revision>
  <dcterms:created xsi:type="dcterms:W3CDTF">2013-01-27T09:14:16Z</dcterms:created>
  <dcterms:modified xsi:type="dcterms:W3CDTF">2026-06-05T10:39:56Z</dcterms:modified>
  <cp:category/>
</cp:coreProperties>
</file>