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53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6459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Exploring Customer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Professional Project Report</a:t>
            </a:r>
            <a:br/>
            <a:r>
              <a:t>Created by: Abhijeet Kedar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680960" cy="4206240"/>
          </a:xfrm>
          <a:prstGeom prst="roundRect">
            <a:avLst/>
          </a:prstGeom>
          <a:solidFill>
            <a:srgbClr val="E2EBF7"/>
          </a:solidFill>
          <a:ln>
            <a:solidFill>
              <a:srgbClr val="29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This project analyzes customer behavior using sales data.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SQL was used to explore food orders, gold memberships, and customer trends.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The goal was to understand customer preferences and ordering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680960" cy="4206240"/>
          </a:xfrm>
          <a:prstGeom prst="roundRect">
            <a:avLst/>
          </a:prstGeom>
          <a:solidFill>
            <a:srgbClr val="E2EBF7"/>
          </a:solidFill>
          <a:ln>
            <a:solidFill>
              <a:srgbClr val="29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Butter Chicken generated the highest sales revenue.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Some users ordered more after becoming gold members.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Not all early users upgraded to gold membership.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Most popular and profitable products were identified.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Actionable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680960" cy="4206240"/>
          </a:xfrm>
          <a:prstGeom prst="roundRect">
            <a:avLst/>
          </a:prstGeom>
          <a:solidFill>
            <a:srgbClr val="E2EBF7"/>
          </a:solidFill>
          <a:ln>
            <a:solidFill>
              <a:srgbClr val="29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Focus marketing efforts on top-selling products.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Promote gold membership benefits to increase upgrades.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Reward loyal users who order frequently.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Track first orders to improve future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Methodologies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680960" cy="4206240"/>
          </a:xfrm>
          <a:prstGeom prst="roundRect">
            <a:avLst/>
          </a:prstGeom>
          <a:solidFill>
            <a:srgbClr val="E2EBF7"/>
          </a:solidFill>
          <a:ln>
            <a:solidFill>
              <a:srgbClr val="29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Analyzed 5 major tables using SQL.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Used JOIN operations to connect users, products, and sales.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Applied GROUP BY and SUM for totals and rankings.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Calculated revenue by both products and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680960" cy="4206240"/>
          </a:xfrm>
          <a:prstGeom prst="roundRect">
            <a:avLst/>
          </a:prstGeom>
          <a:solidFill>
            <a:srgbClr val="E2EBF7"/>
          </a:solidFill>
          <a:ln>
            <a:solidFill>
              <a:srgbClr val="29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Started with basic data validation and counts.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Built advanced queries for revenue and membership analysis.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Compared gold and non-gold user behavior using filters.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Ranked purchases to identify business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680960" cy="4206240"/>
          </a:xfrm>
          <a:prstGeom prst="roundRect">
            <a:avLst/>
          </a:prstGeom>
          <a:solidFill>
            <a:srgbClr val="E2EBF7"/>
          </a:solidFill>
          <a:ln>
            <a:solidFill>
              <a:srgbClr val="29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Gold members show strong loyalty through repeat orders.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Top 3 products contribute the highest revenue.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New users often begin with lower-cost products.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Signup trends indicate continuous platform growth.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7680960" cy="4206240"/>
          </a:xfrm>
          <a:prstGeom prst="roundRect">
            <a:avLst/>
          </a:prstGeom>
          <a:solidFill>
            <a:srgbClr val="E2EBF7"/>
          </a:solidFill>
          <a:ln>
            <a:solidFill>
              <a:srgbClr val="29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132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SQL analysis revealed valuable customer behavior patterns.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The gold membership program performs well but can improve.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Businesses can use insights to improve customer satisfaction.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• Data-driven decisions create better customer experiences.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68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285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Kedar</cp:lastModifiedBy>
  <cp:revision>2</cp:revision>
  <dcterms:created xsi:type="dcterms:W3CDTF">2013-01-27T09:14:16Z</dcterms:created>
  <dcterms:modified xsi:type="dcterms:W3CDTF">2026-06-05T10:45:49Z</dcterms:modified>
  <cp:category/>
</cp:coreProperties>
</file>